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CRT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</a:t>
            </a:r>
            <a:r>
              <a:rPr lang="en-SG"/>
              <a:t>1 image pair: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28206</TotalTime>
  <Words>1909</Words>
  <Application>Microsoft Macintosh PowerPoint</Application>
  <PresentationFormat>Widescreen</PresentationFormat>
  <Paragraphs>533</Paragraphs>
  <Slides>40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 training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34</cp:revision>
  <dcterms:created xsi:type="dcterms:W3CDTF">2026-03-25T08:10:11Z</dcterms:created>
  <dcterms:modified xsi:type="dcterms:W3CDTF">2026-05-01T16:29:06Z</dcterms:modified>
</cp:coreProperties>
</file>