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43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58"/>
  </p:normalViewPr>
  <p:slideViewPr>
    <p:cSldViewPr snapToGrid="0">
      <p:cViewPr varScale="1">
        <p:scale>
          <a:sx n="120" d="100"/>
          <a:sy n="120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cueing),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A standardized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r>
              <a:rPr lang="en-US" i="1" dirty="0"/>
              <a:t>Intuitively: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33349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748408" y="2328152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1948259"/>
            <a:ext cx="6583353" cy="46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 (other encoder blocks do not have a global modulation operation)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1701422"/>
          </a:xfrm>
        </p:spPr>
        <p:txBody>
          <a:bodyPr/>
          <a:lstStyle/>
          <a:p>
            <a:r>
              <a:rPr lang="en-US" dirty="0"/>
              <a:t>We select 18 image categories from the COCO dataset </a:t>
            </a:r>
            <a:r>
              <a:rPr lang="en-SG" dirty="0"/>
              <a:t>(Lin et al., 2015) and conduct augmentation on both context and target images.</a:t>
            </a:r>
          </a:p>
          <a:p>
            <a:r>
              <a:rPr lang="en-SG" dirty="0"/>
              <a:t>There are 3 selections for Context Image and 3 selections for Target Image to form 1 image pair.</a:t>
            </a:r>
          </a:p>
          <a:p>
            <a:pPr marL="0" indent="0">
              <a:buNone/>
            </a:pP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92041-607D-25AC-6D5E-19F70B7285D7}"/>
              </a:ext>
            </a:extLst>
          </p:cNvPr>
          <p:cNvSpPr txBox="1"/>
          <p:nvPr/>
        </p:nvSpPr>
        <p:spPr>
          <a:xfrm>
            <a:off x="6966985" y="3429000"/>
            <a:ext cx="488831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Target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target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Random target image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Black rectangle of the target image size.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1EBC4E-C588-827E-C1ED-119B33032AEF}"/>
              </a:ext>
            </a:extLst>
          </p:cNvPr>
          <p:cNvSpPr txBox="1"/>
          <p:nvPr/>
        </p:nvSpPr>
        <p:spPr>
          <a:xfrm>
            <a:off x="784924" y="3429000"/>
            <a:ext cx="609777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Context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original target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a random target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a black rectangle covering the target region.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2B4E0C-D84B-B27B-CE9D-878B7E0009E1}"/>
              </a:ext>
            </a:extLst>
          </p:cNvPr>
          <p:cNvCxnSpPr>
            <a:cxnSpLocks/>
          </p:cNvCxnSpPr>
          <p:nvPr/>
        </p:nvCxnSpPr>
        <p:spPr>
          <a:xfrm>
            <a:off x="6882696" y="3529584"/>
            <a:ext cx="0" cy="241401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137A-405A-F337-8813-C1DF8DD01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B1B8F-A864-80E4-191E-1BAD1C7E9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945369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28367</TotalTime>
  <Words>1969</Words>
  <Application>Microsoft Macintosh PowerPoint</Application>
  <PresentationFormat>Widescreen</PresentationFormat>
  <Paragraphs>541</Paragraphs>
  <Slides>41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Data Augmentation for CRTNet training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37</cp:revision>
  <dcterms:created xsi:type="dcterms:W3CDTF">2026-03-25T08:10:11Z</dcterms:created>
  <dcterms:modified xsi:type="dcterms:W3CDTF">2026-05-03T14:01:36Z</dcterms:modified>
</cp:coreProperties>
</file>