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42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95"/>
    <p:restoredTop sz="94658"/>
  </p:normalViewPr>
  <p:slideViewPr>
    <p:cSldViewPr snapToGrid="0">
      <p:cViewPr varScale="1">
        <p:scale>
          <a:sx n="120" d="100"/>
          <a:sy n="120" d="100"/>
        </p:scale>
        <p:origin x="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4/30/26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9B938-A59D-FCDF-3C65-DAF51054F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951F0-C82E-0E73-5A91-D23FB158F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BBEAE5-4339-579D-6F1A-F6DF851F0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9152F4-FFFA-CE39-AE5B-A92C3EFB8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9862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4/30/26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Standardize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 singular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231322" y="2207331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4981575" y="73528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748408" y="2328152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CA5BB7-3445-5994-B6FB-D03AE881A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5D2608-D5F0-26E4-35B7-0E6237822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4177602" cy="122117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100" dirty="0"/>
              <a:t>Global Modulation </a:t>
            </a:r>
            <a:br>
              <a:rPr lang="en-US" sz="3100" dirty="0"/>
            </a:br>
            <a:r>
              <a:rPr lang="en-US" sz="3100" dirty="0"/>
              <a:t>(TCT architecture)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Graphic 2">
            <a:extLst>
              <a:ext uri="{FF2B5EF4-FFF2-40B4-BE49-F238E27FC236}">
                <a16:creationId xmlns:a16="http://schemas.microsoft.com/office/drawing/2014/main" id="{623AD403-D0C9-7281-6ACE-E1ACF93D64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91159" y="105511"/>
            <a:ext cx="4300841" cy="675248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C07FA85-C3BF-80CC-5023-97FB2E12E14E}"/>
              </a:ext>
            </a:extLst>
          </p:cNvPr>
          <p:cNvSpPr txBox="1"/>
          <p:nvPr/>
        </p:nvSpPr>
        <p:spPr>
          <a:xfrm>
            <a:off x="1947333" y="351366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5496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30E5A-D9D2-95B4-1B0C-92B95ABA6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859578-2424-9E7D-2B6E-706042D57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27208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26685</TotalTime>
  <Words>1780</Words>
  <Application>Microsoft Macintosh PowerPoint</Application>
  <PresentationFormat>Widescreen</PresentationFormat>
  <Paragraphs>525</Paragraphs>
  <Slides>40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  <vt:lpstr>Global Modulation  (TCT architecture)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26</cp:revision>
  <dcterms:created xsi:type="dcterms:W3CDTF">2026-03-25T08:10:11Z</dcterms:created>
  <dcterms:modified xsi:type="dcterms:W3CDTF">2026-04-30T15:07:54Z</dcterms:modified>
</cp:coreProperties>
</file>