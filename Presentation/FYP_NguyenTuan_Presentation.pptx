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an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26630</TotalTime>
  <Words>1779</Words>
  <Application>Microsoft Macintosh PowerPoint</Application>
  <PresentationFormat>Widescreen</PresentationFormat>
  <Paragraphs>525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25</cp:revision>
  <dcterms:created xsi:type="dcterms:W3CDTF">2026-03-25T08:10:11Z</dcterms:created>
  <dcterms:modified xsi:type="dcterms:W3CDTF">2026-04-30T14:12:35Z</dcterms:modified>
</cp:coreProperties>
</file>