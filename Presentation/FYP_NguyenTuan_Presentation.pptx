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15"/>
    <p:restoredTop sz="94694"/>
  </p:normalViewPr>
  <p:slideViewPr>
    <p:cSldViewPr snapToGrid="0">
      <p:cViewPr varScale="1">
        <p:scale>
          <a:sx n="112" d="100"/>
          <a:sy n="112" d="100"/>
        </p:scale>
        <p:origin x="20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900" y="1849121"/>
            <a:ext cx="4191001" cy="4139626"/>
          </a:xfrm>
        </p:spPr>
        <p:txBody>
          <a:bodyPr anchor="b">
            <a:normAutofit/>
          </a:bodyPr>
          <a:lstStyle/>
          <a:p>
            <a:pPr algn="just"/>
            <a:r>
              <a:rPr lang="en-US" dirty="0"/>
              <a:t>Visual search problems.</a:t>
            </a:r>
          </a:p>
          <a:p>
            <a:pPr algn="just"/>
            <a:r>
              <a:rPr lang="en-US" dirty="0"/>
              <a:t>The current model is limited to the context image and neglects the target image.</a:t>
            </a:r>
          </a:p>
          <a:p>
            <a:pPr algn="just"/>
            <a:r>
              <a:rPr lang="en-US" dirty="0"/>
              <a:t>Recognition task-based rather than an attention-map-based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/>
              <a:t>Examine </a:t>
            </a:r>
            <a:r>
              <a:rPr lang="en-US" sz="1700" b="1"/>
              <a:t>I</a:t>
            </a:r>
            <a:r>
              <a:rPr lang="en-US" sz="1700"/>
              <a:t>nvariant </a:t>
            </a:r>
            <a:r>
              <a:rPr lang="en-US" sz="1700" b="1"/>
              <a:t>V</a:t>
            </a:r>
            <a:r>
              <a:rPr lang="en-US" sz="1700"/>
              <a:t>isual </a:t>
            </a:r>
            <a:r>
              <a:rPr lang="en-US" sz="1700" b="1"/>
              <a:t>S</a:t>
            </a:r>
            <a:r>
              <a:rPr lang="en-US" sz="1700"/>
              <a:t>earch </a:t>
            </a:r>
            <a:r>
              <a:rPr lang="en-US" sz="1700" b="1"/>
              <a:t>N</a:t>
            </a:r>
            <a:r>
              <a:rPr lang="en-US" sz="1700"/>
              <a:t>etwork (</a:t>
            </a:r>
            <a:r>
              <a:rPr lang="en-US" sz="1700" b="1"/>
              <a:t>IVSN</a:t>
            </a:r>
            <a:r>
              <a:rPr lang="en-US" sz="170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/>
          </a:p>
          <a:p>
            <a:pPr>
              <a:lnSpc>
                <a:spcPct val="100000"/>
              </a:lnSpc>
            </a:pPr>
            <a:r>
              <a:rPr lang="en-US" sz="1700"/>
              <a:t>Introducing different augmentation methods on the COCO-Search18 dataset (</a:t>
            </a:r>
            <a:r>
              <a:rPr lang="en-SG" sz="1700"/>
              <a:t>Yang et al., 2020</a:t>
            </a:r>
            <a:r>
              <a:rPr lang="en-US" sz="1700"/>
              <a:t>) to train the </a:t>
            </a:r>
            <a:r>
              <a:rPr lang="en-SG" sz="1700" b="1"/>
              <a:t>C</a:t>
            </a:r>
            <a:r>
              <a:rPr lang="en-SG" sz="1700"/>
              <a:t>ontext-aware </a:t>
            </a:r>
            <a:r>
              <a:rPr lang="en-SG" sz="1700" b="1"/>
              <a:t>R</a:t>
            </a:r>
            <a:r>
              <a:rPr lang="en-SG" sz="1700"/>
              <a:t>ecognition </a:t>
            </a:r>
            <a:r>
              <a:rPr lang="en-SG" sz="1700" b="1"/>
              <a:t>T</a:t>
            </a:r>
            <a:r>
              <a:rPr lang="en-SG" sz="1700"/>
              <a:t>ransformer </a:t>
            </a:r>
            <a:r>
              <a:rPr lang="en-SG" sz="1700" b="1"/>
              <a:t>Net</a:t>
            </a:r>
            <a:r>
              <a:rPr lang="en-SG" sz="1700"/>
              <a:t>work</a:t>
            </a:r>
            <a:r>
              <a:rPr lang="en-US" sz="1700"/>
              <a:t> (</a:t>
            </a:r>
            <a:r>
              <a:rPr lang="en-US" sz="1700" b="1" err="1"/>
              <a:t>CRTNet</a:t>
            </a:r>
            <a:r>
              <a:rPr lang="en-US" sz="1700"/>
              <a:t>) </a:t>
            </a:r>
            <a:r>
              <a:rPr lang="en-SG" sz="1700"/>
              <a:t>(</a:t>
            </a:r>
            <a:r>
              <a:rPr lang="en-SG" sz="1700" err="1"/>
              <a:t>Bomatter</a:t>
            </a:r>
            <a:r>
              <a:rPr lang="en-SG" sz="170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/>
          </a:p>
          <a:p>
            <a:pPr>
              <a:lnSpc>
                <a:spcPct val="100000"/>
              </a:lnSpc>
            </a:pPr>
            <a:r>
              <a:rPr lang="en-SG" sz="1700"/>
              <a:t>Propose a modified </a:t>
            </a:r>
            <a:r>
              <a:rPr lang="en-SG" sz="1700" err="1"/>
              <a:t>CRTNet</a:t>
            </a:r>
            <a:r>
              <a:rPr lang="en-SG" sz="1700"/>
              <a:t> architecture for global modulation in the </a:t>
            </a:r>
            <a:r>
              <a:rPr lang="en-SG" sz="1700" b="1"/>
              <a:t>T</a:t>
            </a:r>
            <a:r>
              <a:rPr lang="en-SG" sz="1700"/>
              <a:t>arget and </a:t>
            </a:r>
            <a:r>
              <a:rPr lang="en-SG" sz="1700" b="1"/>
              <a:t>C</a:t>
            </a:r>
            <a:r>
              <a:rPr lang="en-SG" sz="1700"/>
              <a:t>ontext-aware </a:t>
            </a:r>
            <a:r>
              <a:rPr lang="en-SG" sz="1700" b="1"/>
              <a:t>T</a:t>
            </a:r>
            <a:r>
              <a:rPr lang="en-SG" sz="1700"/>
              <a:t>ransformer (</a:t>
            </a:r>
            <a:r>
              <a:rPr lang="en-SG" sz="1700" b="1"/>
              <a:t>TCT</a:t>
            </a:r>
            <a:r>
              <a:rPr lang="en-SG" sz="170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/>
          </a:p>
          <a:p>
            <a:pPr>
              <a:lnSpc>
                <a:spcPct val="100000"/>
              </a:lnSpc>
            </a:pPr>
            <a:r>
              <a:rPr lang="en-SG" sz="170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350DF-5ADA-2E28-E0C7-E6A7B263B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8515</TotalTime>
  <Words>199</Words>
  <Application>Microsoft Macintosh PowerPoint</Application>
  <PresentationFormat>Widescreen</PresentationFormat>
  <Paragraphs>27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Calisto MT</vt:lpstr>
      <vt:lpstr>Univers Condensed</vt:lpstr>
      <vt:lpstr>ChronicleVTI</vt:lpstr>
      <vt:lpstr>Target and Context Aware Transformer for Visual Search Task</vt:lpstr>
      <vt:lpstr>Outline</vt:lpstr>
      <vt:lpstr>Introduction – Outline</vt:lpstr>
      <vt:lpstr>Introduction – Visual search</vt:lpstr>
      <vt:lpstr>Introduction - Contributions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6</cp:revision>
  <dcterms:created xsi:type="dcterms:W3CDTF">2026-03-25T08:10:11Z</dcterms:created>
  <dcterms:modified xsi:type="dcterms:W3CDTF">2026-04-02T07:39:18Z</dcterms:modified>
</cp:coreProperties>
</file>