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2220676"/>
            <a:ext cx="6583353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Block.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CRT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28167</TotalTime>
  <Words>1853</Words>
  <Application>Microsoft Macintosh PowerPoint</Application>
  <PresentationFormat>Widescreen</PresentationFormat>
  <Paragraphs>531</Paragraphs>
  <Slides>40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 training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31</cp:revision>
  <dcterms:created xsi:type="dcterms:W3CDTF">2026-03-25T08:10:11Z</dcterms:created>
  <dcterms:modified xsi:type="dcterms:W3CDTF">2026-05-01T15:49:40Z</dcterms:modified>
</cp:coreProperties>
</file>