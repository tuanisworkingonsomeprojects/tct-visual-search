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2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/>
    <p:restoredTop sz="94658"/>
  </p:normalViewPr>
  <p:slideViewPr>
    <p:cSldViewPr snapToGrid="0">
      <p:cViewPr varScale="1">
        <p:scale>
          <a:sx n="120" d="100"/>
          <a:sy n="12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Standardize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54615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2220676"/>
            <a:ext cx="6583353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Block.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28141</TotalTime>
  <Words>1845</Words>
  <Application>Microsoft Macintosh PowerPoint</Application>
  <PresentationFormat>Widescreen</PresentationFormat>
  <Paragraphs>530</Paragraphs>
  <Slides>40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28</cp:revision>
  <dcterms:created xsi:type="dcterms:W3CDTF">2026-03-25T08:10:11Z</dcterms:created>
  <dcterms:modified xsi:type="dcterms:W3CDTF">2026-05-01T15:23:56Z</dcterms:modified>
</cp:coreProperties>
</file>