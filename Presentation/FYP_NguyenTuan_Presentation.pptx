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3/25/26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3/25/26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3/25/26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D93EB-6F8A-8730-CEA1-CA387EC39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2545</TotalTime>
  <Words>13</Words>
  <Application>Microsoft Macintosh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Calisto MT</vt:lpstr>
      <vt:lpstr>Univers Condensed</vt:lpstr>
      <vt:lpstr>ChronicleVTI</vt:lpstr>
      <vt:lpstr>Target and Context Aware Transformer for Visual Search Task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3</cp:revision>
  <dcterms:created xsi:type="dcterms:W3CDTF">2026-03-25T08:10:11Z</dcterms:created>
  <dcterms:modified xsi:type="dcterms:W3CDTF">2026-03-27T02:35:33Z</dcterms:modified>
</cp:coreProperties>
</file>