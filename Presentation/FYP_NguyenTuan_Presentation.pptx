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63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46F1668-4786-49EE-8EBC-94635B62F98D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C392DF3-853A-4983-B34B-FA698DCC44D6}">
      <dgm:prSet/>
      <dgm:spPr/>
      <dgm:t>
        <a:bodyPr/>
        <a:lstStyle/>
        <a:p>
          <a:r>
            <a:rPr lang="en-US" dirty="0"/>
            <a:t>Introduction</a:t>
          </a:r>
        </a:p>
      </dgm:t>
    </dgm:pt>
    <dgm:pt modelId="{4E04BA09-F03A-4132-9A7B-BA966DDD2217}" type="parTrans" cxnId="{56F94A7A-5322-4316-AD89-7D2F00A5EE09}">
      <dgm:prSet/>
      <dgm:spPr/>
      <dgm:t>
        <a:bodyPr/>
        <a:lstStyle/>
        <a:p>
          <a:endParaRPr lang="en-US"/>
        </a:p>
      </dgm:t>
    </dgm:pt>
    <dgm:pt modelId="{FB0482E8-4B8D-4545-A5C3-9E38B92525FA}" type="sibTrans" cxnId="{56F94A7A-5322-4316-AD89-7D2F00A5EE09}">
      <dgm:prSet/>
      <dgm:spPr/>
      <dgm:t>
        <a:bodyPr/>
        <a:lstStyle/>
        <a:p>
          <a:endParaRPr lang="en-US"/>
        </a:p>
      </dgm:t>
    </dgm:pt>
    <dgm:pt modelId="{7A3CAF09-89CE-4087-8A8A-00AD97D3FB24}">
      <dgm:prSet/>
      <dgm:spPr/>
      <dgm:t>
        <a:bodyPr/>
        <a:lstStyle/>
        <a:p>
          <a:r>
            <a:rPr lang="en-US" dirty="0"/>
            <a:t>Literature Review</a:t>
          </a:r>
        </a:p>
      </dgm:t>
    </dgm:pt>
    <dgm:pt modelId="{1BD86D96-1F6D-47E7-A1B3-04CF3458634D}" type="parTrans" cxnId="{784EF82B-BAAD-469F-9CAA-161BC6E5B5F1}">
      <dgm:prSet/>
      <dgm:spPr/>
      <dgm:t>
        <a:bodyPr/>
        <a:lstStyle/>
        <a:p>
          <a:endParaRPr lang="en-US"/>
        </a:p>
      </dgm:t>
    </dgm:pt>
    <dgm:pt modelId="{0CE0C50F-6FB0-4CAF-A25A-CC2672EB8E6C}" type="sibTrans" cxnId="{784EF82B-BAAD-469F-9CAA-161BC6E5B5F1}">
      <dgm:prSet/>
      <dgm:spPr/>
      <dgm:t>
        <a:bodyPr/>
        <a:lstStyle/>
        <a:p>
          <a:endParaRPr lang="en-US"/>
        </a:p>
      </dgm:t>
    </dgm:pt>
    <dgm:pt modelId="{9E34A830-0085-4DBE-B8AE-8622CFB72BEA}">
      <dgm:prSet/>
      <dgm:spPr/>
      <dgm:t>
        <a:bodyPr/>
        <a:lstStyle/>
        <a:p>
          <a:r>
            <a:rPr lang="en-US" dirty="0"/>
            <a:t>TCT Architecture</a:t>
          </a:r>
        </a:p>
      </dgm:t>
    </dgm:pt>
    <dgm:pt modelId="{3D23B6C7-F7C5-437B-8FAD-FA5522E22697}" type="parTrans" cxnId="{2E4AEF4C-4567-471A-BA59-6B333ED96976}">
      <dgm:prSet/>
      <dgm:spPr/>
      <dgm:t>
        <a:bodyPr/>
        <a:lstStyle/>
        <a:p>
          <a:endParaRPr lang="en-US"/>
        </a:p>
      </dgm:t>
    </dgm:pt>
    <dgm:pt modelId="{84BD5997-2D8F-4FD3-A26A-A45C713BF79C}" type="sibTrans" cxnId="{2E4AEF4C-4567-471A-BA59-6B333ED96976}">
      <dgm:prSet/>
      <dgm:spPr/>
      <dgm:t>
        <a:bodyPr/>
        <a:lstStyle/>
        <a:p>
          <a:endParaRPr lang="en-US"/>
        </a:p>
      </dgm:t>
    </dgm:pt>
    <dgm:pt modelId="{B7D448E4-D35C-4FC9-98F3-FD0C217FE932}">
      <dgm:prSet/>
      <dgm:spPr/>
      <dgm:t>
        <a:bodyPr/>
        <a:lstStyle/>
        <a:p>
          <a:r>
            <a:rPr lang="en-US" dirty="0"/>
            <a:t>Experiments</a:t>
          </a:r>
        </a:p>
      </dgm:t>
    </dgm:pt>
    <dgm:pt modelId="{A643C5E8-1A9F-423C-9BD0-143EA206A3F4}" type="parTrans" cxnId="{07A4281C-B0DC-4E15-87BA-C1C610788E32}">
      <dgm:prSet/>
      <dgm:spPr/>
      <dgm:t>
        <a:bodyPr/>
        <a:lstStyle/>
        <a:p>
          <a:endParaRPr lang="en-US"/>
        </a:p>
      </dgm:t>
    </dgm:pt>
    <dgm:pt modelId="{740A130C-BFBF-4EBF-A4C1-977A915A46E7}" type="sibTrans" cxnId="{07A4281C-B0DC-4E15-87BA-C1C610788E32}">
      <dgm:prSet/>
      <dgm:spPr/>
      <dgm:t>
        <a:bodyPr/>
        <a:lstStyle/>
        <a:p>
          <a:endParaRPr lang="en-US"/>
        </a:p>
      </dgm:t>
    </dgm:pt>
    <dgm:pt modelId="{A45CE270-3AAF-4979-A581-EC4A3EB9E88D}">
      <dgm:prSet/>
      <dgm:spPr/>
      <dgm:t>
        <a:bodyPr/>
        <a:lstStyle/>
        <a:p>
          <a:r>
            <a:rPr lang="en-US" dirty="0"/>
            <a:t>Contributions and Future Directions</a:t>
          </a:r>
        </a:p>
      </dgm:t>
    </dgm:pt>
    <dgm:pt modelId="{2FE405CC-285A-434B-BC71-B46CD5F71018}" type="parTrans" cxnId="{ABDE0752-06BA-4636-BCB1-304600C32384}">
      <dgm:prSet/>
      <dgm:spPr/>
      <dgm:t>
        <a:bodyPr/>
        <a:lstStyle/>
        <a:p>
          <a:endParaRPr lang="en-US"/>
        </a:p>
      </dgm:t>
    </dgm:pt>
    <dgm:pt modelId="{CCDAF1A2-828B-4D8D-BE75-7B9601A01BB8}" type="sibTrans" cxnId="{ABDE0752-06BA-4636-BCB1-304600C32384}">
      <dgm:prSet/>
      <dgm:spPr/>
      <dgm:t>
        <a:bodyPr/>
        <a:lstStyle/>
        <a:p>
          <a:endParaRPr lang="en-US"/>
        </a:p>
      </dgm:t>
    </dgm:pt>
    <dgm:pt modelId="{C6DA7C71-2489-4F42-963C-E28CB6E48095}" type="pres">
      <dgm:prSet presAssocID="{F46F1668-4786-49EE-8EBC-94635B62F98D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CE5CD56B-F1E4-254E-8DCA-0D0FA1965D1C}" type="pres">
      <dgm:prSet presAssocID="{6C392DF3-853A-4983-B34B-FA698DCC44D6}" presName="hierRoot1" presStyleCnt="0"/>
      <dgm:spPr/>
    </dgm:pt>
    <dgm:pt modelId="{A8584874-52DE-7D49-A047-976D5E92C70D}" type="pres">
      <dgm:prSet presAssocID="{6C392DF3-853A-4983-B34B-FA698DCC44D6}" presName="composite" presStyleCnt="0"/>
      <dgm:spPr/>
    </dgm:pt>
    <dgm:pt modelId="{36BF2225-AE22-314B-AF2D-55228814F298}" type="pres">
      <dgm:prSet presAssocID="{6C392DF3-853A-4983-B34B-FA698DCC44D6}" presName="background" presStyleLbl="node0" presStyleIdx="0" presStyleCnt="5"/>
      <dgm:spPr/>
    </dgm:pt>
    <dgm:pt modelId="{4B64EEEB-0D9F-344A-BC29-E0FE1AE9120E}" type="pres">
      <dgm:prSet presAssocID="{6C392DF3-853A-4983-B34B-FA698DCC44D6}" presName="text" presStyleLbl="fgAcc0" presStyleIdx="0" presStyleCnt="5">
        <dgm:presLayoutVars>
          <dgm:chPref val="3"/>
        </dgm:presLayoutVars>
      </dgm:prSet>
      <dgm:spPr/>
    </dgm:pt>
    <dgm:pt modelId="{F0207811-F6D6-8843-B1AF-A58F09B64E40}" type="pres">
      <dgm:prSet presAssocID="{6C392DF3-853A-4983-B34B-FA698DCC44D6}" presName="hierChild2" presStyleCnt="0"/>
      <dgm:spPr/>
    </dgm:pt>
    <dgm:pt modelId="{80FF5771-6F0D-5146-B43D-B5EA0AEA780D}" type="pres">
      <dgm:prSet presAssocID="{7A3CAF09-89CE-4087-8A8A-00AD97D3FB24}" presName="hierRoot1" presStyleCnt="0"/>
      <dgm:spPr/>
    </dgm:pt>
    <dgm:pt modelId="{46EA9D36-013E-7747-8C05-65C748CD8947}" type="pres">
      <dgm:prSet presAssocID="{7A3CAF09-89CE-4087-8A8A-00AD97D3FB24}" presName="composite" presStyleCnt="0"/>
      <dgm:spPr/>
    </dgm:pt>
    <dgm:pt modelId="{B3BA8365-D843-DB44-9342-3EA7CAFA27C7}" type="pres">
      <dgm:prSet presAssocID="{7A3CAF09-89CE-4087-8A8A-00AD97D3FB24}" presName="background" presStyleLbl="node0" presStyleIdx="1" presStyleCnt="5"/>
      <dgm:spPr/>
    </dgm:pt>
    <dgm:pt modelId="{2AA862F7-F98C-0C41-BAFE-D002CD2FAC9E}" type="pres">
      <dgm:prSet presAssocID="{7A3CAF09-89CE-4087-8A8A-00AD97D3FB24}" presName="text" presStyleLbl="fgAcc0" presStyleIdx="1" presStyleCnt="5">
        <dgm:presLayoutVars>
          <dgm:chPref val="3"/>
        </dgm:presLayoutVars>
      </dgm:prSet>
      <dgm:spPr/>
    </dgm:pt>
    <dgm:pt modelId="{B52A9E15-3AAB-2643-92B0-47526ED319BC}" type="pres">
      <dgm:prSet presAssocID="{7A3CAF09-89CE-4087-8A8A-00AD97D3FB24}" presName="hierChild2" presStyleCnt="0"/>
      <dgm:spPr/>
    </dgm:pt>
    <dgm:pt modelId="{9F697780-A044-E544-ACB6-DAB9599AB66D}" type="pres">
      <dgm:prSet presAssocID="{9E34A830-0085-4DBE-B8AE-8622CFB72BEA}" presName="hierRoot1" presStyleCnt="0"/>
      <dgm:spPr/>
    </dgm:pt>
    <dgm:pt modelId="{6597D490-4C58-DC4B-BBAC-6619E55CB213}" type="pres">
      <dgm:prSet presAssocID="{9E34A830-0085-4DBE-B8AE-8622CFB72BEA}" presName="composite" presStyleCnt="0"/>
      <dgm:spPr/>
    </dgm:pt>
    <dgm:pt modelId="{0D6D2B9E-40F5-234A-83E0-C92322AA872D}" type="pres">
      <dgm:prSet presAssocID="{9E34A830-0085-4DBE-B8AE-8622CFB72BEA}" presName="background" presStyleLbl="node0" presStyleIdx="2" presStyleCnt="5"/>
      <dgm:spPr/>
    </dgm:pt>
    <dgm:pt modelId="{D2EBED80-8A3C-A545-8213-CA0EA282634E}" type="pres">
      <dgm:prSet presAssocID="{9E34A830-0085-4DBE-B8AE-8622CFB72BEA}" presName="text" presStyleLbl="fgAcc0" presStyleIdx="2" presStyleCnt="5">
        <dgm:presLayoutVars>
          <dgm:chPref val="3"/>
        </dgm:presLayoutVars>
      </dgm:prSet>
      <dgm:spPr/>
    </dgm:pt>
    <dgm:pt modelId="{4AA97A98-35CF-2244-8D39-16A64EF351E0}" type="pres">
      <dgm:prSet presAssocID="{9E34A830-0085-4DBE-B8AE-8622CFB72BEA}" presName="hierChild2" presStyleCnt="0"/>
      <dgm:spPr/>
    </dgm:pt>
    <dgm:pt modelId="{6CFBE8F8-F2E5-0542-A0AF-830865796367}" type="pres">
      <dgm:prSet presAssocID="{B7D448E4-D35C-4FC9-98F3-FD0C217FE932}" presName="hierRoot1" presStyleCnt="0"/>
      <dgm:spPr/>
    </dgm:pt>
    <dgm:pt modelId="{EB73D22B-CFB2-E642-9B75-003B4780592C}" type="pres">
      <dgm:prSet presAssocID="{B7D448E4-D35C-4FC9-98F3-FD0C217FE932}" presName="composite" presStyleCnt="0"/>
      <dgm:spPr/>
    </dgm:pt>
    <dgm:pt modelId="{2EAE4AEB-41BD-0E4E-B186-0B4CC87AD595}" type="pres">
      <dgm:prSet presAssocID="{B7D448E4-D35C-4FC9-98F3-FD0C217FE932}" presName="background" presStyleLbl="node0" presStyleIdx="3" presStyleCnt="5"/>
      <dgm:spPr/>
    </dgm:pt>
    <dgm:pt modelId="{0CF1CBF2-421F-B646-91D1-2B6854447566}" type="pres">
      <dgm:prSet presAssocID="{B7D448E4-D35C-4FC9-98F3-FD0C217FE932}" presName="text" presStyleLbl="fgAcc0" presStyleIdx="3" presStyleCnt="5">
        <dgm:presLayoutVars>
          <dgm:chPref val="3"/>
        </dgm:presLayoutVars>
      </dgm:prSet>
      <dgm:spPr/>
    </dgm:pt>
    <dgm:pt modelId="{C6509B7E-09DF-EC43-8A7B-54508E2A9171}" type="pres">
      <dgm:prSet presAssocID="{B7D448E4-D35C-4FC9-98F3-FD0C217FE932}" presName="hierChild2" presStyleCnt="0"/>
      <dgm:spPr/>
    </dgm:pt>
    <dgm:pt modelId="{A9DF3CE1-A2E0-9E48-8049-BCD5675C491D}" type="pres">
      <dgm:prSet presAssocID="{A45CE270-3AAF-4979-A581-EC4A3EB9E88D}" presName="hierRoot1" presStyleCnt="0"/>
      <dgm:spPr/>
    </dgm:pt>
    <dgm:pt modelId="{E5970852-FF4D-B644-AFBF-9C5E07419EC0}" type="pres">
      <dgm:prSet presAssocID="{A45CE270-3AAF-4979-A581-EC4A3EB9E88D}" presName="composite" presStyleCnt="0"/>
      <dgm:spPr/>
    </dgm:pt>
    <dgm:pt modelId="{A1A7C6F4-DE72-6A45-9699-5BC45B5DC225}" type="pres">
      <dgm:prSet presAssocID="{A45CE270-3AAF-4979-A581-EC4A3EB9E88D}" presName="background" presStyleLbl="node0" presStyleIdx="4" presStyleCnt="5"/>
      <dgm:spPr/>
    </dgm:pt>
    <dgm:pt modelId="{7FC1DD06-56ED-9A49-8332-09B3E3A4776C}" type="pres">
      <dgm:prSet presAssocID="{A45CE270-3AAF-4979-A581-EC4A3EB9E88D}" presName="text" presStyleLbl="fgAcc0" presStyleIdx="4" presStyleCnt="5">
        <dgm:presLayoutVars>
          <dgm:chPref val="3"/>
        </dgm:presLayoutVars>
      </dgm:prSet>
      <dgm:spPr/>
    </dgm:pt>
    <dgm:pt modelId="{5CB21571-B228-D747-A8B2-54EB5842AE02}" type="pres">
      <dgm:prSet presAssocID="{A45CE270-3AAF-4979-A581-EC4A3EB9E88D}" presName="hierChild2" presStyleCnt="0"/>
      <dgm:spPr/>
    </dgm:pt>
  </dgm:ptLst>
  <dgm:cxnLst>
    <dgm:cxn modelId="{9EC15F05-9564-0141-8821-C4BAB3F810F4}" type="presOf" srcId="{7A3CAF09-89CE-4087-8A8A-00AD97D3FB24}" destId="{2AA862F7-F98C-0C41-BAFE-D002CD2FAC9E}" srcOrd="0" destOrd="0" presId="urn:microsoft.com/office/officeart/2005/8/layout/hierarchy1"/>
    <dgm:cxn modelId="{01225014-3BE0-034D-9F07-7A497BD4A719}" type="presOf" srcId="{F46F1668-4786-49EE-8EBC-94635B62F98D}" destId="{C6DA7C71-2489-4F42-963C-E28CB6E48095}" srcOrd="0" destOrd="0" presId="urn:microsoft.com/office/officeart/2005/8/layout/hierarchy1"/>
    <dgm:cxn modelId="{07A4281C-B0DC-4E15-87BA-C1C610788E32}" srcId="{F46F1668-4786-49EE-8EBC-94635B62F98D}" destId="{B7D448E4-D35C-4FC9-98F3-FD0C217FE932}" srcOrd="3" destOrd="0" parTransId="{A643C5E8-1A9F-423C-9BD0-143EA206A3F4}" sibTransId="{740A130C-BFBF-4EBF-A4C1-977A915A46E7}"/>
    <dgm:cxn modelId="{3C63D328-97A1-994D-9DBE-D6824F108C00}" type="presOf" srcId="{A45CE270-3AAF-4979-A581-EC4A3EB9E88D}" destId="{7FC1DD06-56ED-9A49-8332-09B3E3A4776C}" srcOrd="0" destOrd="0" presId="urn:microsoft.com/office/officeart/2005/8/layout/hierarchy1"/>
    <dgm:cxn modelId="{784EF82B-BAAD-469F-9CAA-161BC6E5B5F1}" srcId="{F46F1668-4786-49EE-8EBC-94635B62F98D}" destId="{7A3CAF09-89CE-4087-8A8A-00AD97D3FB24}" srcOrd="1" destOrd="0" parTransId="{1BD86D96-1F6D-47E7-A1B3-04CF3458634D}" sibTransId="{0CE0C50F-6FB0-4CAF-A25A-CC2672EB8E6C}"/>
    <dgm:cxn modelId="{7A840639-F150-8B43-AE5B-C5D5A931CAA8}" type="presOf" srcId="{6C392DF3-853A-4983-B34B-FA698DCC44D6}" destId="{4B64EEEB-0D9F-344A-BC29-E0FE1AE9120E}" srcOrd="0" destOrd="0" presId="urn:microsoft.com/office/officeart/2005/8/layout/hierarchy1"/>
    <dgm:cxn modelId="{2E4AEF4C-4567-471A-BA59-6B333ED96976}" srcId="{F46F1668-4786-49EE-8EBC-94635B62F98D}" destId="{9E34A830-0085-4DBE-B8AE-8622CFB72BEA}" srcOrd="2" destOrd="0" parTransId="{3D23B6C7-F7C5-437B-8FAD-FA5522E22697}" sibTransId="{84BD5997-2D8F-4FD3-A26A-A45C713BF79C}"/>
    <dgm:cxn modelId="{ABDE0752-06BA-4636-BCB1-304600C32384}" srcId="{F46F1668-4786-49EE-8EBC-94635B62F98D}" destId="{A45CE270-3AAF-4979-A581-EC4A3EB9E88D}" srcOrd="4" destOrd="0" parTransId="{2FE405CC-285A-434B-BC71-B46CD5F71018}" sibTransId="{CCDAF1A2-828B-4D8D-BE75-7B9601A01BB8}"/>
    <dgm:cxn modelId="{14DD3268-6F92-A849-9C82-B817016DA893}" type="presOf" srcId="{9E34A830-0085-4DBE-B8AE-8622CFB72BEA}" destId="{D2EBED80-8A3C-A545-8213-CA0EA282634E}" srcOrd="0" destOrd="0" presId="urn:microsoft.com/office/officeart/2005/8/layout/hierarchy1"/>
    <dgm:cxn modelId="{56F94A7A-5322-4316-AD89-7D2F00A5EE09}" srcId="{F46F1668-4786-49EE-8EBC-94635B62F98D}" destId="{6C392DF3-853A-4983-B34B-FA698DCC44D6}" srcOrd="0" destOrd="0" parTransId="{4E04BA09-F03A-4132-9A7B-BA966DDD2217}" sibTransId="{FB0482E8-4B8D-4545-A5C3-9E38B92525FA}"/>
    <dgm:cxn modelId="{0B2676E2-C7ED-2646-AC49-FC5DBF9BDB64}" type="presOf" srcId="{B7D448E4-D35C-4FC9-98F3-FD0C217FE932}" destId="{0CF1CBF2-421F-B646-91D1-2B6854447566}" srcOrd="0" destOrd="0" presId="urn:microsoft.com/office/officeart/2005/8/layout/hierarchy1"/>
    <dgm:cxn modelId="{548AA75E-3966-F647-B054-37D71CABF6E0}" type="presParOf" srcId="{C6DA7C71-2489-4F42-963C-E28CB6E48095}" destId="{CE5CD56B-F1E4-254E-8DCA-0D0FA1965D1C}" srcOrd="0" destOrd="0" presId="urn:microsoft.com/office/officeart/2005/8/layout/hierarchy1"/>
    <dgm:cxn modelId="{8AE474FB-A4A9-A54F-A0B1-DAF6FA16678D}" type="presParOf" srcId="{CE5CD56B-F1E4-254E-8DCA-0D0FA1965D1C}" destId="{A8584874-52DE-7D49-A047-976D5E92C70D}" srcOrd="0" destOrd="0" presId="urn:microsoft.com/office/officeart/2005/8/layout/hierarchy1"/>
    <dgm:cxn modelId="{00931ECF-1EA1-E741-9D6E-52354BCF5095}" type="presParOf" srcId="{A8584874-52DE-7D49-A047-976D5E92C70D}" destId="{36BF2225-AE22-314B-AF2D-55228814F298}" srcOrd="0" destOrd="0" presId="urn:microsoft.com/office/officeart/2005/8/layout/hierarchy1"/>
    <dgm:cxn modelId="{8050AC1D-7912-5B43-A54C-02C7C5E8D390}" type="presParOf" srcId="{A8584874-52DE-7D49-A047-976D5E92C70D}" destId="{4B64EEEB-0D9F-344A-BC29-E0FE1AE9120E}" srcOrd="1" destOrd="0" presId="urn:microsoft.com/office/officeart/2005/8/layout/hierarchy1"/>
    <dgm:cxn modelId="{0E40CCA9-EBEB-A048-848C-9D3AB72D07E9}" type="presParOf" srcId="{CE5CD56B-F1E4-254E-8DCA-0D0FA1965D1C}" destId="{F0207811-F6D6-8843-B1AF-A58F09B64E40}" srcOrd="1" destOrd="0" presId="urn:microsoft.com/office/officeart/2005/8/layout/hierarchy1"/>
    <dgm:cxn modelId="{3F86DD10-0A8D-B545-A97F-EA0AF063AB79}" type="presParOf" srcId="{C6DA7C71-2489-4F42-963C-E28CB6E48095}" destId="{80FF5771-6F0D-5146-B43D-B5EA0AEA780D}" srcOrd="1" destOrd="0" presId="urn:microsoft.com/office/officeart/2005/8/layout/hierarchy1"/>
    <dgm:cxn modelId="{C20ED35A-A8C5-2446-BB38-14D4D8A87525}" type="presParOf" srcId="{80FF5771-6F0D-5146-B43D-B5EA0AEA780D}" destId="{46EA9D36-013E-7747-8C05-65C748CD8947}" srcOrd="0" destOrd="0" presId="urn:microsoft.com/office/officeart/2005/8/layout/hierarchy1"/>
    <dgm:cxn modelId="{0E40A92A-66B5-2E42-8076-CCDEF8E8AACD}" type="presParOf" srcId="{46EA9D36-013E-7747-8C05-65C748CD8947}" destId="{B3BA8365-D843-DB44-9342-3EA7CAFA27C7}" srcOrd="0" destOrd="0" presId="urn:microsoft.com/office/officeart/2005/8/layout/hierarchy1"/>
    <dgm:cxn modelId="{3BB35B97-19DB-6445-A826-5F64DAF2F780}" type="presParOf" srcId="{46EA9D36-013E-7747-8C05-65C748CD8947}" destId="{2AA862F7-F98C-0C41-BAFE-D002CD2FAC9E}" srcOrd="1" destOrd="0" presId="urn:microsoft.com/office/officeart/2005/8/layout/hierarchy1"/>
    <dgm:cxn modelId="{CBAB30C2-EC3E-1C46-B20D-1AB133BA4A0B}" type="presParOf" srcId="{80FF5771-6F0D-5146-B43D-B5EA0AEA780D}" destId="{B52A9E15-3AAB-2643-92B0-47526ED319BC}" srcOrd="1" destOrd="0" presId="urn:microsoft.com/office/officeart/2005/8/layout/hierarchy1"/>
    <dgm:cxn modelId="{439476F9-3596-1E4D-A4C6-26BF9A1DFA1B}" type="presParOf" srcId="{C6DA7C71-2489-4F42-963C-E28CB6E48095}" destId="{9F697780-A044-E544-ACB6-DAB9599AB66D}" srcOrd="2" destOrd="0" presId="urn:microsoft.com/office/officeart/2005/8/layout/hierarchy1"/>
    <dgm:cxn modelId="{80DFBB73-F681-F34C-BBFD-797185147CF7}" type="presParOf" srcId="{9F697780-A044-E544-ACB6-DAB9599AB66D}" destId="{6597D490-4C58-DC4B-BBAC-6619E55CB213}" srcOrd="0" destOrd="0" presId="urn:microsoft.com/office/officeart/2005/8/layout/hierarchy1"/>
    <dgm:cxn modelId="{FEE6AD60-0891-AC44-9DE9-2553DDBA7FC1}" type="presParOf" srcId="{6597D490-4C58-DC4B-BBAC-6619E55CB213}" destId="{0D6D2B9E-40F5-234A-83E0-C92322AA872D}" srcOrd="0" destOrd="0" presId="urn:microsoft.com/office/officeart/2005/8/layout/hierarchy1"/>
    <dgm:cxn modelId="{25304580-A198-0A44-AF58-BE20BAB26451}" type="presParOf" srcId="{6597D490-4C58-DC4B-BBAC-6619E55CB213}" destId="{D2EBED80-8A3C-A545-8213-CA0EA282634E}" srcOrd="1" destOrd="0" presId="urn:microsoft.com/office/officeart/2005/8/layout/hierarchy1"/>
    <dgm:cxn modelId="{F2C253A3-F87C-634D-BE1F-3D0FB866276E}" type="presParOf" srcId="{9F697780-A044-E544-ACB6-DAB9599AB66D}" destId="{4AA97A98-35CF-2244-8D39-16A64EF351E0}" srcOrd="1" destOrd="0" presId="urn:microsoft.com/office/officeart/2005/8/layout/hierarchy1"/>
    <dgm:cxn modelId="{7CF76448-F399-9B40-A829-D15417C2CA47}" type="presParOf" srcId="{C6DA7C71-2489-4F42-963C-E28CB6E48095}" destId="{6CFBE8F8-F2E5-0542-A0AF-830865796367}" srcOrd="3" destOrd="0" presId="urn:microsoft.com/office/officeart/2005/8/layout/hierarchy1"/>
    <dgm:cxn modelId="{7B146F86-DC01-A048-AFCD-A4FD95A97113}" type="presParOf" srcId="{6CFBE8F8-F2E5-0542-A0AF-830865796367}" destId="{EB73D22B-CFB2-E642-9B75-003B4780592C}" srcOrd="0" destOrd="0" presId="urn:microsoft.com/office/officeart/2005/8/layout/hierarchy1"/>
    <dgm:cxn modelId="{49739F32-0310-884C-97C3-BE438451E3D0}" type="presParOf" srcId="{EB73D22B-CFB2-E642-9B75-003B4780592C}" destId="{2EAE4AEB-41BD-0E4E-B186-0B4CC87AD595}" srcOrd="0" destOrd="0" presId="urn:microsoft.com/office/officeart/2005/8/layout/hierarchy1"/>
    <dgm:cxn modelId="{DFC919BA-8351-604A-AB30-9BECD0C71531}" type="presParOf" srcId="{EB73D22B-CFB2-E642-9B75-003B4780592C}" destId="{0CF1CBF2-421F-B646-91D1-2B6854447566}" srcOrd="1" destOrd="0" presId="urn:microsoft.com/office/officeart/2005/8/layout/hierarchy1"/>
    <dgm:cxn modelId="{EF6AAB75-8919-D049-9C7B-5C35E2774CE3}" type="presParOf" srcId="{6CFBE8F8-F2E5-0542-A0AF-830865796367}" destId="{C6509B7E-09DF-EC43-8A7B-54508E2A9171}" srcOrd="1" destOrd="0" presId="urn:microsoft.com/office/officeart/2005/8/layout/hierarchy1"/>
    <dgm:cxn modelId="{44305411-8959-EA4D-B7C9-FD4ED7D679CB}" type="presParOf" srcId="{C6DA7C71-2489-4F42-963C-E28CB6E48095}" destId="{A9DF3CE1-A2E0-9E48-8049-BCD5675C491D}" srcOrd="4" destOrd="0" presId="urn:microsoft.com/office/officeart/2005/8/layout/hierarchy1"/>
    <dgm:cxn modelId="{B16A0AC8-95EC-FF4E-B424-2BFE9E3FBA1D}" type="presParOf" srcId="{A9DF3CE1-A2E0-9E48-8049-BCD5675C491D}" destId="{E5970852-FF4D-B644-AFBF-9C5E07419EC0}" srcOrd="0" destOrd="0" presId="urn:microsoft.com/office/officeart/2005/8/layout/hierarchy1"/>
    <dgm:cxn modelId="{0CD52DCD-0B0E-7C4A-900F-C0CE1943BDDC}" type="presParOf" srcId="{E5970852-FF4D-B644-AFBF-9C5E07419EC0}" destId="{A1A7C6F4-DE72-6A45-9699-5BC45B5DC225}" srcOrd="0" destOrd="0" presId="urn:microsoft.com/office/officeart/2005/8/layout/hierarchy1"/>
    <dgm:cxn modelId="{D5B2360F-0060-F044-B0C2-129CF885A73B}" type="presParOf" srcId="{E5970852-FF4D-B644-AFBF-9C5E07419EC0}" destId="{7FC1DD06-56ED-9A49-8332-09B3E3A4776C}" srcOrd="1" destOrd="0" presId="urn:microsoft.com/office/officeart/2005/8/layout/hierarchy1"/>
    <dgm:cxn modelId="{0D3C81A6-64DB-4A4A-ABD3-5372A2F27FC7}" type="presParOf" srcId="{A9DF3CE1-A2E0-9E48-8049-BCD5675C491D}" destId="{5CB21571-B228-D747-A8B2-54EB5842AE02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6BF2225-AE22-314B-AF2D-55228814F298}">
      <dsp:nvSpPr>
        <dsp:cNvPr id="0" name=""/>
        <dsp:cNvSpPr/>
      </dsp:nvSpPr>
      <dsp:spPr>
        <a:xfrm>
          <a:off x="3654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B64EEEB-0D9F-344A-BC29-E0FE1AE9120E}">
      <dsp:nvSpPr>
        <dsp:cNvPr id="0" name=""/>
        <dsp:cNvSpPr/>
      </dsp:nvSpPr>
      <dsp:spPr>
        <a:xfrm>
          <a:off x="201515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Introduction</a:t>
          </a:r>
        </a:p>
      </dsp:txBody>
      <dsp:txXfrm>
        <a:off x="234634" y="1431789"/>
        <a:ext cx="1714512" cy="1064538"/>
      </dsp:txXfrm>
    </dsp:sp>
    <dsp:sp modelId="{B3BA8365-D843-DB44-9342-3EA7CAFA27C7}">
      <dsp:nvSpPr>
        <dsp:cNvPr id="0" name=""/>
        <dsp:cNvSpPr/>
      </dsp:nvSpPr>
      <dsp:spPr>
        <a:xfrm>
          <a:off x="2180127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AA862F7-F98C-0C41-BAFE-D002CD2FAC9E}">
      <dsp:nvSpPr>
        <dsp:cNvPr id="0" name=""/>
        <dsp:cNvSpPr/>
      </dsp:nvSpPr>
      <dsp:spPr>
        <a:xfrm>
          <a:off x="2377988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Literature Review</a:t>
          </a:r>
        </a:p>
      </dsp:txBody>
      <dsp:txXfrm>
        <a:off x="2411107" y="1431789"/>
        <a:ext cx="1714512" cy="1064538"/>
      </dsp:txXfrm>
    </dsp:sp>
    <dsp:sp modelId="{0D6D2B9E-40F5-234A-83E0-C92322AA872D}">
      <dsp:nvSpPr>
        <dsp:cNvPr id="0" name=""/>
        <dsp:cNvSpPr/>
      </dsp:nvSpPr>
      <dsp:spPr>
        <a:xfrm>
          <a:off x="4356600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EBED80-8A3C-A545-8213-CA0EA282634E}">
      <dsp:nvSpPr>
        <dsp:cNvPr id="0" name=""/>
        <dsp:cNvSpPr/>
      </dsp:nvSpPr>
      <dsp:spPr>
        <a:xfrm>
          <a:off x="4554461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TCT Architecture</a:t>
          </a:r>
        </a:p>
      </dsp:txBody>
      <dsp:txXfrm>
        <a:off x="4587580" y="1431789"/>
        <a:ext cx="1714512" cy="1064538"/>
      </dsp:txXfrm>
    </dsp:sp>
    <dsp:sp modelId="{2EAE4AEB-41BD-0E4E-B186-0B4CC87AD595}">
      <dsp:nvSpPr>
        <dsp:cNvPr id="0" name=""/>
        <dsp:cNvSpPr/>
      </dsp:nvSpPr>
      <dsp:spPr>
        <a:xfrm>
          <a:off x="6533073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F1CBF2-421F-B646-91D1-2B6854447566}">
      <dsp:nvSpPr>
        <dsp:cNvPr id="0" name=""/>
        <dsp:cNvSpPr/>
      </dsp:nvSpPr>
      <dsp:spPr>
        <a:xfrm>
          <a:off x="6730934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Experiments</a:t>
          </a:r>
        </a:p>
      </dsp:txBody>
      <dsp:txXfrm>
        <a:off x="6764053" y="1431789"/>
        <a:ext cx="1714512" cy="1064538"/>
      </dsp:txXfrm>
    </dsp:sp>
    <dsp:sp modelId="{A1A7C6F4-DE72-6A45-9699-5BC45B5DC225}">
      <dsp:nvSpPr>
        <dsp:cNvPr id="0" name=""/>
        <dsp:cNvSpPr/>
      </dsp:nvSpPr>
      <dsp:spPr>
        <a:xfrm>
          <a:off x="8709545" y="1210702"/>
          <a:ext cx="1780750" cy="113077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C1DD06-56ED-9A49-8332-09B3E3A4776C}">
      <dsp:nvSpPr>
        <dsp:cNvPr id="0" name=""/>
        <dsp:cNvSpPr/>
      </dsp:nvSpPr>
      <dsp:spPr>
        <a:xfrm>
          <a:off x="8907407" y="1398670"/>
          <a:ext cx="1780750" cy="113077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Contributions and Future Directions</a:t>
          </a:r>
        </a:p>
      </dsp:txBody>
      <dsp:txXfrm>
        <a:off x="8940526" y="1431789"/>
        <a:ext cx="1714512" cy="106453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9C0C59-185E-874E-8468-6092D83992DA}" type="datetimeFigureOut">
              <a:rPr lang="en-US" smtClean="0"/>
              <a:t>4/1/26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32F5B2-8E9E-A043-910C-D623E320F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29661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32F5B2-8E9E-A043-910C-D623E320FEF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38587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30566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651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6769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4/1/26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302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4/1/26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5784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4/1/26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381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4/1/26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0336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4/1/26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7574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4/1/26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2458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3678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5638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3776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2" r:id="rId1"/>
    <p:sldLayoutId id="2147483853" r:id="rId2"/>
    <p:sldLayoutId id="2147483854" r:id="rId3"/>
    <p:sldLayoutId id="2147483855" r:id="rId4"/>
    <p:sldLayoutId id="2147483856" r:id="rId5"/>
    <p:sldLayoutId id="2147483862" r:id="rId6"/>
    <p:sldLayoutId id="2147483857" r:id="rId7"/>
    <p:sldLayoutId id="2147483858" r:id="rId8"/>
    <p:sldLayoutId id="2147483859" r:id="rId9"/>
    <p:sldLayoutId id="2147483861" r:id="rId10"/>
    <p:sldLayoutId id="2147483860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2" name="Rectangle 71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5646786-085D-A94E-D997-199C49A135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3400" y="908651"/>
            <a:ext cx="4937004" cy="4058682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5000" dirty="0"/>
              <a:t>Target and Context Aware Transformer for Visual Search Task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163019-ED85-C970-AD94-DEA478391C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3400" y="5103862"/>
            <a:ext cx="4172757" cy="845487"/>
          </a:xfrm>
        </p:spPr>
        <p:txBody>
          <a:bodyPr anchor="b">
            <a:noAutofit/>
          </a:bodyPr>
          <a:lstStyle/>
          <a:p>
            <a:pPr>
              <a:lnSpc>
                <a:spcPct val="100000"/>
              </a:lnSpc>
            </a:pPr>
            <a:r>
              <a:rPr lang="en-US" sz="2400" dirty="0"/>
              <a:t>CCDS25-0028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by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Nguyen Tuan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0AFA811B-F8EF-7493-46EA-53C93AE0102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551" r="27281" b="-1"/>
          <a:stretch>
            <a:fillRect/>
          </a:stretch>
        </p:blipFill>
        <p:spPr>
          <a:xfrm>
            <a:off x="6326272" y="10"/>
            <a:ext cx="5865727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8206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68B2C62-7648-4430-90D5-AE0F252AF1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630DEB-1123-9E06-71D8-60E7CB4CE3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7" y="909638"/>
            <a:ext cx="10691813" cy="1155618"/>
          </a:xfrm>
        </p:spPr>
        <p:txBody>
          <a:bodyPr>
            <a:normAutofit/>
          </a:bodyPr>
          <a:lstStyle/>
          <a:p>
            <a:r>
              <a:rPr lang="en-US" dirty="0"/>
              <a:t>Outline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AD0195E-7F27-4D06-9427-0C121D721A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74C2FC-3228-4FC1-B97B-87AD35508D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BE66955-A8B7-B0B1-56F3-79EF1233B77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68538646"/>
              </p:ext>
            </p:extLst>
          </p:nvPr>
        </p:nvGraphicFramePr>
        <p:xfrm>
          <a:off x="700088" y="2222500"/>
          <a:ext cx="10691812" cy="37401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21324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6D98B9-1A16-30CF-9960-E943BE1D9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10687812" cy="798194"/>
          </a:xfrm>
        </p:spPr>
        <p:txBody>
          <a:bodyPr>
            <a:normAutofit/>
          </a:bodyPr>
          <a:lstStyle/>
          <a:p>
            <a:r>
              <a:rPr lang="en-US" dirty="0"/>
              <a:t>Introduction – Outline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2E57F3D-33BE-4306-87E6-245763719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3900"/>
            <a:ext cx="10588752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Graphic 17" descr="Magnifying glass">
            <a:extLst>
              <a:ext uri="{FF2B5EF4-FFF2-40B4-BE49-F238E27FC236}">
                <a16:creationId xmlns:a16="http://schemas.microsoft.com/office/drawing/2014/main" id="{731A55FF-5C2E-9E12-0AD3-2B4BA43352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66381" y="1869439"/>
            <a:ext cx="4139625" cy="4139625"/>
          </a:xfrm>
          <a:prstGeom prst="rect">
            <a:avLst/>
          </a:prstGeom>
        </p:spPr>
      </p:pic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EEA7A7DF-3A39-BF71-9A49-069E4E06B9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00900" y="1849121"/>
            <a:ext cx="4191001" cy="4139626"/>
          </a:xfrm>
        </p:spPr>
        <p:txBody>
          <a:bodyPr anchor="b">
            <a:normAutofit/>
          </a:bodyPr>
          <a:lstStyle/>
          <a:p>
            <a:pPr algn="just"/>
            <a:r>
              <a:rPr lang="en-US" dirty="0"/>
              <a:t>Visual search problems.</a:t>
            </a:r>
          </a:p>
          <a:p>
            <a:pPr algn="just"/>
            <a:r>
              <a:rPr lang="en-US" dirty="0"/>
              <a:t>The current model is limited to the context image and neglects the target image.</a:t>
            </a:r>
          </a:p>
          <a:p>
            <a:pPr algn="just"/>
            <a:r>
              <a:rPr lang="en-US" dirty="0"/>
              <a:t>Recognition task-based rather than an attention-map-based model.</a:t>
            </a:r>
          </a:p>
          <a:p>
            <a:endParaRPr lang="en-US" dirty="0"/>
          </a:p>
          <a:p>
            <a:pPr marL="0" indent="0" algn="just">
              <a:buNone/>
            </a:pPr>
            <a:r>
              <a:rPr lang="en-US" dirty="0"/>
              <a:t>=&gt; Propose a new attention-map-based visual search model mimicking human search </a:t>
            </a:r>
            <a:r>
              <a:rPr lang="en-US" dirty="0" err="1"/>
              <a:t>behaviour</a:t>
            </a:r>
            <a:endParaRPr lang="en-US" dirty="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E0104E4-99BC-494F-8342-F250828E57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9065" y="6145599"/>
            <a:ext cx="1058283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34813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AE86DC-9DE3-59F0-64C0-A9E00547EF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088" y="909637"/>
            <a:ext cx="6400800" cy="1307592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dirty="0"/>
              <a:t>Introduction – Visual search</a:t>
            </a:r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E813B4C-6731-0B72-5252-A79AB0E20B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4672" y="723900"/>
            <a:ext cx="10588752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BE3309-7229-AD07-B211-200BDB8042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088" y="2221992"/>
            <a:ext cx="6400800" cy="3739896"/>
          </a:xfrm>
        </p:spPr>
        <p:txBody>
          <a:bodyPr>
            <a:normAutofit/>
          </a:bodyPr>
          <a:lstStyle/>
          <a:p>
            <a:pPr algn="just"/>
            <a:r>
              <a:rPr lang="en-US" dirty="0"/>
              <a:t>Definition: A process of locating a target in a search scene, display, images, etc. that contain multiple distractors (Treisman &amp; </a:t>
            </a:r>
            <a:r>
              <a:rPr lang="en-US" dirty="0" err="1"/>
              <a:t>Gelade</a:t>
            </a:r>
            <a:r>
              <a:rPr lang="en-US" dirty="0"/>
              <a:t>, 1980).</a:t>
            </a:r>
          </a:p>
          <a:p>
            <a:endParaRPr lang="en-US" dirty="0"/>
          </a:p>
        </p:txBody>
      </p:sp>
      <p:pic>
        <p:nvPicPr>
          <p:cNvPr id="7" name="Graphic 6" descr="Target Audience">
            <a:extLst>
              <a:ext uri="{FF2B5EF4-FFF2-40B4-BE49-F238E27FC236}">
                <a16:creationId xmlns:a16="http://schemas.microsoft.com/office/drawing/2014/main" id="{B7A6BA6B-6776-2D3F-0F3F-65819E0113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87920" y="2102261"/>
            <a:ext cx="3903980" cy="3903980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E0E8146-6E65-2E6C-0C86-547E3C9254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9065" y="6145599"/>
            <a:ext cx="1058283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0865117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8466</TotalTime>
  <Words>101</Words>
  <Application>Microsoft Macintosh PowerPoint</Application>
  <PresentationFormat>Widescreen</PresentationFormat>
  <Paragraphs>19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Arial</vt:lpstr>
      <vt:lpstr>Calisto MT</vt:lpstr>
      <vt:lpstr>Univers Condensed</vt:lpstr>
      <vt:lpstr>ChronicleVTI</vt:lpstr>
      <vt:lpstr>Target and Context Aware Transformer for Visual Search Task</vt:lpstr>
      <vt:lpstr>Outline</vt:lpstr>
      <vt:lpstr>Introduction – Outline</vt:lpstr>
      <vt:lpstr>Introduction – Visual search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#NGUYEN TUAN#</dc:creator>
  <cp:lastModifiedBy>#NGUYEN TUAN#</cp:lastModifiedBy>
  <cp:revision>4</cp:revision>
  <dcterms:created xsi:type="dcterms:W3CDTF">2026-03-25T08:10:11Z</dcterms:created>
  <dcterms:modified xsi:type="dcterms:W3CDTF">2026-04-01T02:42:38Z</dcterms:modified>
</cp:coreProperties>
</file>