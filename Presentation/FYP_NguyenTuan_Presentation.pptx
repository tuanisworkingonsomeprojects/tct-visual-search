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1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>
        <p:scale>
          <a:sx n="100" d="100"/>
          <a:sy n="100" d="100"/>
        </p:scale>
        <p:origin x="15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30202</TotalTime>
  <Words>2069</Words>
  <Application>Microsoft Macintosh PowerPoint</Application>
  <PresentationFormat>Widescreen</PresentationFormat>
  <Paragraphs>567</Paragraphs>
  <Slides>49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44</cp:revision>
  <dcterms:created xsi:type="dcterms:W3CDTF">2026-03-25T08:10:11Z</dcterms:created>
  <dcterms:modified xsi:type="dcterms:W3CDTF">2026-05-05T16:39:16Z</dcterms:modified>
</cp:coreProperties>
</file>