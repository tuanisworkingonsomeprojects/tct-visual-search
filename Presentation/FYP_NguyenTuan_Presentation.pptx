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3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07"/>
    <p:restoredTop sz="94658"/>
  </p:normalViewPr>
  <p:slideViewPr>
    <p:cSldViewPr snapToGrid="0">
      <p:cViewPr>
        <p:scale>
          <a:sx n="82" d="100"/>
          <a:sy n="82" d="100"/>
        </p:scale>
        <p:origin x="848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Random target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Black rectangle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random target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black rectangle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28383</TotalTime>
  <Words>1987</Words>
  <Application>Microsoft Macintosh PowerPoint</Application>
  <PresentationFormat>Widescreen</PresentationFormat>
  <Paragraphs>545</Paragraphs>
  <Slides>41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38</cp:revision>
  <dcterms:created xsi:type="dcterms:W3CDTF">2026-03-25T08:10:11Z</dcterms:created>
  <dcterms:modified xsi:type="dcterms:W3CDTF">2026-05-03T14:47:39Z</dcterms:modified>
</cp:coreProperties>
</file>