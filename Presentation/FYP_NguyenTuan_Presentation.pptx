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0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81"/>
    <p:restoredTop sz="94708"/>
  </p:normalViewPr>
  <p:slideViewPr>
    <p:cSldViewPr snapToGrid="0">
      <p:cViewPr>
        <p:scale>
          <a:sx n="232" d="100"/>
          <a:sy n="232" d="100"/>
        </p:scale>
        <p:origin x="144" y="-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4/11/26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Standardize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an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231322" y="2207331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748408" y="2328152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BD543AB-B2C7-06D3-5170-CDB516CC0897}"/>
              </a:ext>
            </a:extLst>
          </p:cNvPr>
          <p:cNvGrpSpPr/>
          <p:nvPr/>
        </p:nvGrpSpPr>
        <p:grpSpPr>
          <a:xfrm>
            <a:off x="1319582" y="3827339"/>
            <a:ext cx="1078665" cy="1096665"/>
            <a:chOff x="1153751" y="2704228"/>
            <a:chExt cx="1074757" cy="1113735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866C77A-309C-66E4-83CE-6230544BE397}"/>
                </a:ext>
              </a:extLst>
            </p:cNvPr>
            <p:cNvGrpSpPr/>
            <p:nvPr/>
          </p:nvGrpSpPr>
          <p:grpSpPr>
            <a:xfrm>
              <a:off x="1425082" y="2981585"/>
              <a:ext cx="803426" cy="823852"/>
              <a:chOff x="1474361" y="3912410"/>
              <a:chExt cx="1240974" cy="1357045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5AC68AA-7E3A-FB4E-6D42-8D57CF5D2711}"/>
                  </a:ext>
                </a:extLst>
              </p:cNvPr>
              <p:cNvSpPr/>
              <p:nvPr/>
            </p:nvSpPr>
            <p:spPr>
              <a:xfrm>
                <a:off x="1474361" y="3914178"/>
                <a:ext cx="413658" cy="451759"/>
              </a:xfrm>
              <a:prstGeom prst="rect">
                <a:avLst/>
              </a:prstGeom>
              <a:solidFill>
                <a:srgbClr val="002060"/>
              </a:solidFill>
              <a:ln w="1905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B8372AC8-20B5-5AF3-DB35-A915B993D32C}"/>
                  </a:ext>
                </a:extLst>
              </p:cNvPr>
              <p:cNvSpPr/>
              <p:nvPr/>
            </p:nvSpPr>
            <p:spPr>
              <a:xfrm>
                <a:off x="1474361" y="4817696"/>
                <a:ext cx="413658" cy="451759"/>
              </a:xfrm>
              <a:prstGeom prst="rect">
                <a:avLst/>
              </a:prstGeom>
              <a:solidFill>
                <a:srgbClr val="002060"/>
              </a:solidFill>
              <a:ln w="1270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B01BF571-9EBF-7F6A-55EA-2D9729AC1609}"/>
                  </a:ext>
                </a:extLst>
              </p:cNvPr>
              <p:cNvSpPr/>
              <p:nvPr/>
            </p:nvSpPr>
            <p:spPr>
              <a:xfrm>
                <a:off x="1474361" y="4365937"/>
                <a:ext cx="413658" cy="451759"/>
              </a:xfrm>
              <a:prstGeom prst="rect">
                <a:avLst/>
              </a:prstGeom>
              <a:solidFill>
                <a:srgbClr val="002060"/>
              </a:solidFill>
              <a:ln w="1270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7C11313-FC6C-2781-A59D-EA8401B0B30D}"/>
                  </a:ext>
                </a:extLst>
              </p:cNvPr>
              <p:cNvSpPr/>
              <p:nvPr/>
            </p:nvSpPr>
            <p:spPr>
              <a:xfrm>
                <a:off x="1888019" y="3912999"/>
                <a:ext cx="413658" cy="451759"/>
              </a:xfrm>
              <a:prstGeom prst="rect">
                <a:avLst/>
              </a:prstGeom>
              <a:solidFill>
                <a:srgbClr val="002060"/>
              </a:solidFill>
              <a:ln w="1905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D0436B8-B797-9DC9-B7B6-CB4E1515EF80}"/>
                  </a:ext>
                </a:extLst>
              </p:cNvPr>
              <p:cNvSpPr/>
              <p:nvPr/>
            </p:nvSpPr>
            <p:spPr>
              <a:xfrm>
                <a:off x="1888019" y="4365347"/>
                <a:ext cx="413658" cy="451759"/>
              </a:xfrm>
              <a:prstGeom prst="rect">
                <a:avLst/>
              </a:prstGeom>
              <a:solidFill>
                <a:srgbClr val="00B050"/>
              </a:solidFill>
              <a:ln w="1270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A728908-ECA5-54C0-DB04-06DC04FF668B}"/>
                  </a:ext>
                </a:extLst>
              </p:cNvPr>
              <p:cNvSpPr/>
              <p:nvPr/>
            </p:nvSpPr>
            <p:spPr>
              <a:xfrm>
                <a:off x="1888019" y="4817695"/>
                <a:ext cx="413658" cy="451759"/>
              </a:xfrm>
              <a:prstGeom prst="rect">
                <a:avLst/>
              </a:prstGeom>
              <a:solidFill>
                <a:srgbClr val="002060"/>
              </a:solidFill>
              <a:ln w="1270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BEBC64D-B8B8-F474-63A1-1FB386D5C933}"/>
                  </a:ext>
                </a:extLst>
              </p:cNvPr>
              <p:cNvSpPr/>
              <p:nvPr/>
            </p:nvSpPr>
            <p:spPr>
              <a:xfrm>
                <a:off x="2301677" y="3912410"/>
                <a:ext cx="413658" cy="451759"/>
              </a:xfrm>
              <a:prstGeom prst="rect">
                <a:avLst/>
              </a:prstGeom>
              <a:solidFill>
                <a:srgbClr val="002060"/>
              </a:solidFill>
              <a:ln w="1905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39498C6-4488-FDFC-5CA0-9326816D1872}"/>
                  </a:ext>
                </a:extLst>
              </p:cNvPr>
              <p:cNvSpPr/>
              <p:nvPr/>
            </p:nvSpPr>
            <p:spPr>
              <a:xfrm>
                <a:off x="2301677" y="4364758"/>
                <a:ext cx="413658" cy="451759"/>
              </a:xfrm>
              <a:prstGeom prst="rect">
                <a:avLst/>
              </a:prstGeom>
              <a:solidFill>
                <a:srgbClr val="002060"/>
              </a:solidFill>
              <a:ln w="1270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A5CCD2D-DB4E-CEB6-FEC1-1DBF89DDD8DA}"/>
                  </a:ext>
                </a:extLst>
              </p:cNvPr>
              <p:cNvSpPr/>
              <p:nvPr/>
            </p:nvSpPr>
            <p:spPr>
              <a:xfrm>
                <a:off x="2301677" y="4817106"/>
                <a:ext cx="413658" cy="451759"/>
              </a:xfrm>
              <a:prstGeom prst="rect">
                <a:avLst/>
              </a:prstGeom>
              <a:solidFill>
                <a:srgbClr val="002060"/>
              </a:solidFill>
              <a:ln w="1270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F5C5527-552C-C5C5-FCFF-13038598C6F8}"/>
                </a:ext>
              </a:extLst>
            </p:cNvPr>
            <p:cNvSpPr txBox="1"/>
            <p:nvPr/>
          </p:nvSpPr>
          <p:spPr>
            <a:xfrm>
              <a:off x="1157273" y="2965360"/>
              <a:ext cx="1971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2958587-5936-E424-EFC7-F117A3832E56}"/>
                </a:ext>
              </a:extLst>
            </p:cNvPr>
            <p:cNvSpPr txBox="1"/>
            <p:nvPr/>
          </p:nvSpPr>
          <p:spPr>
            <a:xfrm>
              <a:off x="1421559" y="2707029"/>
              <a:ext cx="1971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19B66AD-9369-D060-C817-C9F6CEEE90B9}"/>
                </a:ext>
              </a:extLst>
            </p:cNvPr>
            <p:cNvSpPr txBox="1"/>
            <p:nvPr/>
          </p:nvSpPr>
          <p:spPr>
            <a:xfrm>
              <a:off x="1696308" y="2706314"/>
              <a:ext cx="1971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1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BB64FD7-36F2-BF07-9615-D0F9AA1EB0CA}"/>
                </a:ext>
              </a:extLst>
            </p:cNvPr>
            <p:cNvSpPr txBox="1"/>
            <p:nvPr/>
          </p:nvSpPr>
          <p:spPr>
            <a:xfrm>
              <a:off x="1975451" y="2704228"/>
              <a:ext cx="1971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2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4040D5D-E88F-F916-2A4D-7C6EF20DCADB}"/>
                </a:ext>
              </a:extLst>
            </p:cNvPr>
            <p:cNvSpPr txBox="1"/>
            <p:nvPr/>
          </p:nvSpPr>
          <p:spPr>
            <a:xfrm>
              <a:off x="1157273" y="3253463"/>
              <a:ext cx="1971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9F45E0B-334F-3E17-FEAE-CDA38EC26256}"/>
                </a:ext>
              </a:extLst>
            </p:cNvPr>
            <p:cNvSpPr txBox="1"/>
            <p:nvPr/>
          </p:nvSpPr>
          <p:spPr>
            <a:xfrm>
              <a:off x="1153751" y="3540964"/>
              <a:ext cx="1971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2</a:t>
              </a:r>
            </a:p>
          </p:txBody>
        </p: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C4512132-A9A9-268C-DE7D-5D8DE9670610}"/>
              </a:ext>
            </a:extLst>
          </p:cNvPr>
          <p:cNvSpPr/>
          <p:nvPr/>
        </p:nvSpPr>
        <p:spPr>
          <a:xfrm>
            <a:off x="1768766" y="2586959"/>
            <a:ext cx="268782" cy="270056"/>
          </a:xfrm>
          <a:prstGeom prst="rect">
            <a:avLst/>
          </a:prstGeom>
          <a:solidFill>
            <a:srgbClr val="00B0F0"/>
          </a:solidFill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E2607D-8C60-B45D-B8E3-435E31CCB800}"/>
              </a:ext>
            </a:extLst>
          </p:cNvPr>
          <p:cNvSpPr txBox="1"/>
          <p:nvPr/>
        </p:nvSpPr>
        <p:spPr>
          <a:xfrm>
            <a:off x="1469962" y="2282585"/>
            <a:ext cx="1001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Target token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170220" y="3152001"/>
            <a:ext cx="1001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Target token</a:t>
            </a:r>
          </a:p>
        </p:txBody>
      </p: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23581</TotalTime>
  <Words>1714</Words>
  <Application>Microsoft Macintosh PowerPoint</Application>
  <PresentationFormat>Widescreen</PresentationFormat>
  <Paragraphs>493</Paragraphs>
  <Slides>38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23</cp:revision>
  <dcterms:created xsi:type="dcterms:W3CDTF">2026-03-25T08:10:11Z</dcterms:created>
  <dcterms:modified xsi:type="dcterms:W3CDTF">2026-04-14T13:59:10Z</dcterms:modified>
</cp:coreProperties>
</file>