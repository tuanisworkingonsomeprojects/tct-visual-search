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4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07"/>
    <p:restoredTop sz="94658"/>
  </p:normalViewPr>
  <p:slideViewPr>
    <p:cSldViewPr snapToGrid="0">
      <p:cViewPr>
        <p:scale>
          <a:sx n="82" d="100"/>
          <a:sy n="82" d="100"/>
        </p:scale>
        <p:origin x="848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Random target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Black rectangle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random target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black rectangle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316E-43E5-E710-9A3A-56B360BFE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CRTNet</a:t>
            </a:r>
            <a:r>
              <a:rPr lang="en-US" dirty="0"/>
              <a:t> Recognition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40112-313A-68D2-8595-21050221C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4" y="1800385"/>
            <a:ext cx="5653211" cy="4321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885553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29345</TotalTime>
  <Words>1991</Words>
  <Application>Microsoft Macintosh PowerPoint</Application>
  <PresentationFormat>Widescreen</PresentationFormat>
  <Paragraphs>546</Paragraphs>
  <Slides>42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  <vt:lpstr>CRTNet Recognition TEST Performance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39</cp:revision>
  <dcterms:created xsi:type="dcterms:W3CDTF">2026-03-25T08:10:11Z</dcterms:created>
  <dcterms:modified xsi:type="dcterms:W3CDTF">2026-05-04T06:50:19Z</dcterms:modified>
</cp:coreProperties>
</file>