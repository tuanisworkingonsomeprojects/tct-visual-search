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2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/>
    <p:restoredTop sz="94708"/>
  </p:normalViewPr>
  <p:slideViewPr>
    <p:cSldViewPr snapToGrid="0">
      <p:cViewPr varScale="1">
        <p:scale>
          <a:sx n="151" d="100"/>
          <a:sy n="151" d="100"/>
        </p:scale>
        <p:origin x="4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Standardize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an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231322" y="2207331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748408" y="2328152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23848</TotalTime>
  <Words>1779</Words>
  <Application>Microsoft Macintosh PowerPoint</Application>
  <PresentationFormat>Widescreen</PresentationFormat>
  <Paragraphs>525</Paragraphs>
  <Slides>40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25</cp:revision>
  <dcterms:created xsi:type="dcterms:W3CDTF">2026-03-25T08:10:11Z</dcterms:created>
  <dcterms:modified xsi:type="dcterms:W3CDTF">2026-04-15T06:46:03Z</dcterms:modified>
</cp:coreProperties>
</file>